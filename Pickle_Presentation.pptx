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  <p:sldId id="262" r:id="rId12"/>
    <p:sldId id="263" r:id="rId13"/>
    <p:sldId id="264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981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749040"/>
            <a:ext cx="3200400" cy="1097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Pickle Stability &amp;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A9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Suite — Final Report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Testing Lab  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52160" y="3913632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143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— What is pickle?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103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502920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063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Strategies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502920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023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Distribution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097280"/>
            <a:ext cx="502920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1143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80/80 Passed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2057400"/>
            <a:ext cx="502920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103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3017520"/>
            <a:ext cx="502920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3063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3977640"/>
            <a:ext cx="502920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0680" y="4023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3383280"/>
          </a:xfrm>
          <a:prstGeom prst="rect">
            <a:avLst/>
          </a:prstGeom>
          <a:solidFill>
            <a:srgbClr val="1A2E40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pickle?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Python standard-library module that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objects into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 streams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(serialization)
and back again (deserialization).
</a:t>
            </a:r>
            <a:r>
              <a:rPr lang="en-US" sz="1400" b="1" dirty="0">
                <a:solidFill>
                  <a:srgbClr val="4A9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Pickling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object  ➜  bytes
</a:t>
            </a:r>
            <a:r>
              <a:rPr lang="en-US" sz="1400" b="1" dirty="0">
                <a:solidFill>
                  <a:srgbClr val="4A9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Unpickling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bytes  ➜  object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3383280"/>
          </a:xfrm>
          <a:prstGeom prst="rect">
            <a:avLst/>
          </a:prstGeom>
          <a:solidFill>
            <a:srgbClr val="1A2E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78308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same input always produce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hash-identical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output?
</a:t>
            </a:r>
            <a:r>
              <a:rPr lang="en-US" sz="1300" b="1" dirty="0">
                <a:solidFill>
                  <a:srgbClr val="4A9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to test:
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Different operating systems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Different Python versions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Floating-point precision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Recursive data structures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Testing Strategies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11680" cy="36576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01168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344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Equivalence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16459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0312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tests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None, bool, int, float,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str, bytes, list, tuple,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dict, set, custom class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41448" y="1143000"/>
            <a:ext cx="2011680" cy="3657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1143000"/>
            <a:ext cx="201168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2532888" y="12344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Analysis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624328" y="2029968"/>
            <a:ext cx="16459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2888" y="210312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tests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sys.maxsize, 10^1000,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±0.0, NaN, ±inf,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255/256/65535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08576" y="1143000"/>
            <a:ext cx="2011680" cy="36576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143000"/>
            <a:ext cx="201168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4700016" y="12344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91456" y="2029968"/>
            <a:ext cx="16459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210312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subtests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fixed seeds 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nested objects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(reproducible)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75704" y="1143000"/>
            <a:ext cx="2011680" cy="36576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75704" y="1143000"/>
            <a:ext cx="201168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6867144" y="12344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White-box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958584" y="2029968"/>
            <a:ext cx="16459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67144" y="210312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tests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 dict, reduce_ex,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getstate/setstate,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 opcode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Round-trip correctness (9 tests)   +  Protocol versions 0–5 (8 tests)   +  dumps vs dump-to-file (1 test)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Work Distribution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749040"/>
          </a:xfrm>
          <a:prstGeom prst="rect">
            <a:avLst/>
          </a:prstGeom>
          <a:solidFill>
            <a:srgbClr val="1A2E40"/>
          </a:solidFill>
          <a:ln w="19050">
            <a:solidFill>
              <a:srgbClr val="4A9F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023360" cy="548640"/>
          </a:xfrm>
          <a:prstGeom prst="rect">
            <a:avLst/>
          </a:prstGeom>
          <a:solidFill>
            <a:srgbClr val="4A9FD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TestEquivalencePartitioning (27 tests)
• TestBoundaryValues (25 tests)
• TestRoundTrip (9 tests)
• Helper utilities (pickle_sha256,
  assert_hash_identical)
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47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 1–3 (Introduction, Test Suite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Overview, Strategies 3.1 &amp; 3.2)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matrix rows 1–8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4023360" cy="3749040"/>
          </a:xfrm>
          <a:prstGeom prst="rect">
            <a:avLst/>
          </a:prstGeom>
          <a:solidFill>
            <a:srgbClr val="1A2E40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097280"/>
            <a:ext cx="4023360" cy="5486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0972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084832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TestRecursiveStructures (5 tests)
• TestProtocolVersions (8 tests)
• TestDumpVsFile (1 test)
• TestFuzzing (20 subtests)
• TestWhiteBox (5 tests)
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547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8862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 4–7 (Findings, Traceability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9–15, Limitations, Conclusion)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2926080"/>
          </a:xfrm>
          <a:prstGeom prst="rect">
            <a:avLst/>
          </a:prstGeom>
          <a:solidFill>
            <a:srgbClr val="1B6CA8"/>
          </a:solidFill>
          <a:ln/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27432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failed  •  0.16 seconds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3.9 / 3.10  •  Linux &amp; Windows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123444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344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188720"/>
            <a:ext cx="123444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2344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80060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123444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2344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21792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subtests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35240" y="1188720"/>
            <a:ext cx="123444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12344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63524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318211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83280" y="343814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83280" y="3694176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83280" y="3950208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83280" y="4206240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83280" y="446227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280" y="2476108"/>
            <a:ext cx="5486400" cy="15353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6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 VS Code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486400" cy="3474720"/>
          </a:xfrm>
          <a:prstGeom prst="rect">
            <a:avLst/>
          </a:prstGeom>
          <a:solidFill>
            <a:srgbClr val="1E1E1E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77724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868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123444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our main test file written in Python.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contains 80 test cases organized in 8 classes covering: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Equivalence Partitioning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Boundary Value Analysis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Fuzz Testing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White-box Testing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VS Code as our IDE and the integrated terminal to run pytest.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4343400"/>
            <a:ext cx="1371600" cy="320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343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IDE</a:t>
            </a:r>
            <a:endParaRPr lang="en-US" sz="11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184" y="868680"/>
            <a:ext cx="5318096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Results (Terminal)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486400" cy="3474720"/>
          </a:xfrm>
          <a:prstGeom prst="rect">
            <a:avLst/>
          </a:prstGeom>
          <a:solidFill>
            <a:srgbClr val="0D0D0D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77724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868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123444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terminal output confirms our test suite executed successfully.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80 tests ran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 failures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 errors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Completed in 0.16 seconds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used: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pytest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test_pickle_stability.py -v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4343400"/>
            <a:ext cx="164592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343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80/80 PASSED ✓</a:t>
            </a:r>
            <a:endParaRPr lang="en-US" sz="11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61" y="1060174"/>
            <a:ext cx="5389660" cy="28031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6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 (pytest-html)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486400" cy="3474720"/>
          </a:xfrm>
          <a:prstGeom prst="rect">
            <a:avLst/>
          </a:prstGeom>
          <a:solidFill>
            <a:srgbClr val="F8F9FA"/>
          </a:solidFill>
          <a:ln w="25400">
            <a:solidFill>
              <a:srgbClr val="117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77724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868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123444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HTML report generated automatically by pytest-html.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 a detailed visual overview showing: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test name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 / Fail status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Execution time per test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&amp; pytest version info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with: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--html=test_results.html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--self-contained-html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4343400"/>
            <a:ext cx="1645920" cy="32004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343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</a:t>
            </a:r>
            <a:endParaRPr lang="en-US" sz="11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60" y="868680"/>
            <a:ext cx="5298219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486400" cy="3474720"/>
          </a:xfrm>
          <a:prstGeom prst="rect">
            <a:avLst/>
          </a:prstGeom>
          <a:solidFill>
            <a:srgbClr val="0D1117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77724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868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123444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is publicly available on GitHub.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contains: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test_pickle_stability.py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test_results.html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Pickle_Test_Suite_Report.docx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Pickle_Presentation.pdf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README.md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github.com/soderdenebat20-commits/pickle-test-suite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4343400"/>
            <a:ext cx="1828800" cy="320040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Repository ✓</a:t>
            </a:r>
            <a:endParaRPr lang="en-US" sz="11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57" y="868680"/>
            <a:ext cx="5324724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Findings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Stable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023360" cy="384048"/>
          </a:xfrm>
          <a:prstGeom prst="rect">
            <a:avLst/>
          </a:prstGeom>
          <a:solidFill>
            <a:srgbClr val="162030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813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 types — all deterministic 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01952"/>
            <a:ext cx="4023360" cy="384048"/>
          </a:xfrm>
          <a:prstGeom prst="rect">
            <a:avLst/>
          </a:prstGeom>
          <a:solidFill>
            <a:srgbClr val="1A2E40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2024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 specials: NaN, ±∞, −0.0 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40864"/>
            <a:ext cx="4023360" cy="384048"/>
          </a:xfrm>
          <a:prstGeom prst="rect">
            <a:avLst/>
          </a:prstGeom>
          <a:solidFill>
            <a:srgbClr val="162030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5915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large integers (10^1000) 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779776"/>
            <a:ext cx="4023360" cy="384048"/>
          </a:xfrm>
          <a:prstGeom prst="rect">
            <a:avLst/>
          </a:prstGeom>
          <a:solidFill>
            <a:srgbClr val="1A2E40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9806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Unicode strings up to 65,535 chars 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218688"/>
            <a:ext cx="4023360" cy="384048"/>
          </a:xfrm>
          <a:prstGeom prst="rect">
            <a:avLst/>
          </a:prstGeom>
          <a:solidFill>
            <a:srgbClr val="162030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23697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Self-referential list / dict 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4023360" cy="384048"/>
          </a:xfrm>
          <a:prstGeom prst="rect">
            <a:avLst/>
          </a:prstGeom>
          <a:solidFill>
            <a:srgbClr val="1A2E40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7588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class (__slots__, __getstate__) 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096512"/>
            <a:ext cx="4023360" cy="384048"/>
          </a:xfrm>
          <a:prstGeom prst="rect">
            <a:avLst/>
          </a:prstGeom>
          <a:solidFill>
            <a:srgbClr val="162030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11480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0–5 each deterministic 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535424"/>
            <a:ext cx="4023360" cy="384048"/>
          </a:xfrm>
          <a:prstGeom prst="rect">
            <a:avLst/>
          </a:prstGeom>
          <a:solidFill>
            <a:srgbClr val="1A2E40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55371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dumps() ≡ dump()-to-BytesIO 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Note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1463040"/>
            <a:ext cx="4023360" cy="896112"/>
          </a:xfrm>
          <a:prstGeom prst="rect">
            <a:avLst/>
          </a:prstGeom>
          <a:solidFill>
            <a:srgbClr val="2A1A0D"/>
          </a:solidFill>
          <a:ln w="6350">
            <a:solidFill>
              <a:srgbClr val="F4C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49047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C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/ frozenset — may be non-deterministic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C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to hash randomisation (PYTHONHASHSEED)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487168"/>
            <a:ext cx="4023360" cy="896112"/>
          </a:xfrm>
          <a:prstGeom prst="rect">
            <a:avLst/>
          </a:prstGeom>
          <a:solidFill>
            <a:srgbClr val="2A1A0D"/>
          </a:solidFill>
          <a:ln w="6350">
            <a:solidFill>
              <a:srgbClr val="F4C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51460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C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protocols produce different bytes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C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(expected and documented behaviour)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Limitations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54864" cy="7315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3385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cross-process stability test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run within a single process. True stability requires comparing pickle files from separate Python invocations on different OSes.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92808"/>
            <a:ext cx="8595360" cy="731520"/>
          </a:xfrm>
          <a:prstGeom prst="rect">
            <a:avLst/>
          </a:prstGeom>
          <a:solidFill>
            <a:srgbClr val="E8ED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92808"/>
            <a:ext cx="54864" cy="7315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9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randomisation not toggled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set/frozenset stability requires launching separate processes with fixed vs. random PYTHONHASHSEED.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88336"/>
            <a:ext cx="85953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88336"/>
            <a:ext cx="54864" cy="7315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249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cross-version testing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035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tested on Python 3.9 &amp; 3.10. Versions 3.8 and 3.11 require a CI matrix (e.g. GitHub Actions tox).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83864"/>
            <a:ext cx="8595360" cy="731520"/>
          </a:xfrm>
          <a:prstGeom prst="rect">
            <a:avLst/>
          </a:prstGeom>
          <a:solidFill>
            <a:srgbClr val="E8ED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83864"/>
            <a:ext cx="54864" cy="7315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extension coverage gap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83133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coverage.py cannot instrument the _pickle C module — branch coverage of the fast path is unknown.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279392"/>
            <a:ext cx="85953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279392"/>
            <a:ext cx="54864" cy="7315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datetime, decimal, enum not tested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6268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stdlib types have custom __reduce__ implementations that were not included in the current suite.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297680"/>
            <a:ext cx="3657600" cy="1097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80/80 tests passed — pickle is deterministic within a single process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50292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1671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/ frozenset can be non-deterministic due to hash randomisation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50292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71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91693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protocol versions produce different byte streams (expected)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621024"/>
            <a:ext cx="50292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210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66674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work: cross-process, cross-version, and cross-OS testing via CI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4074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https://github.com/YOUR-ORG/pickle-test-suite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824</Words>
  <Application>Microsoft Office PowerPoint</Application>
  <PresentationFormat>On-screen Show (16:9)</PresentationFormat>
  <Paragraphs>195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Pickle Stability &amp; Correctness — Test Suite Report</dc:title>
  <dc:subject>PptxGenJS Presentation</dc:subject>
  <dc:creator>PptxGenJS</dc:creator>
  <cp:lastModifiedBy>Sodo_ B</cp:lastModifiedBy>
  <cp:revision>3</cp:revision>
  <dcterms:created xsi:type="dcterms:W3CDTF">2026-06-15T12:47:47Z</dcterms:created>
  <dcterms:modified xsi:type="dcterms:W3CDTF">2026-06-15T16:24:08Z</dcterms:modified>
</cp:coreProperties>
</file>